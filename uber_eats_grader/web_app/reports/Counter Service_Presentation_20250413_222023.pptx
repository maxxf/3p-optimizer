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Uber Eats Storefront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Counter Service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            Overall Grade: F (0.00 / 1.00)</a:t>
            </a:r>
          </a:p>
          <a:p>
            <a:r>
              <a:t>            </a:t>
            </a:r>
          </a:p>
          <a:p>
            <a:r>
              <a:t>            Customer Reviews: 0 reviews with 0.0/5.0 average rating</a:t>
            </a:r>
          </a:p>
          <a:p>
            <a:r>
              <a:t>            </a:t>
            </a:r>
          </a:p>
          <a:p>
            <a:r>
              <a:t>            Key Strengths:</a:t>
            </a:r>
          </a:p>
          <a:p>
            <a:r>
              <a:t>            - N/A</a:t>
            </a:r>
          </a:p>
          <a:p>
            <a:r>
              <a:t>            - N/A</a:t>
            </a:r>
          </a:p>
          <a:p>
            <a:r>
              <a:t>            </a:t>
            </a:r>
          </a:p>
          <a:p>
            <a:r>
              <a:t>            Top Recommendations:</a:t>
            </a:r>
          </a:p>
          <a:p>
            <a:r>
              <a:t>            - Review customer review data for completeness</a:t>
            </a:r>
          </a:p>
          <a:p>
            <a:r>
              <a:t>            - Review menu structure data for completeness</a:t>
            </a:r>
          </a:p>
          <a:p>
            <a:r>
              <a:t>        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